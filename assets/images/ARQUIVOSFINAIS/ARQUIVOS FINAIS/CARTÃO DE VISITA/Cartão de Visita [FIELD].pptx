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35737800" cy="214503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Montserrat Light" pitchFamily="2" charset="0"/>
      <p:regular r:id="rId10"/>
      <p:italic r:id="rId11"/>
    </p:embeddedFont>
    <p:embeddedFont>
      <p:font typeface="Montserrat Medium" pitchFamily="2" charset="0"/>
      <p:regular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858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853435" y="-13821589"/>
            <a:ext cx="62191171" cy="49162229"/>
          </a:xfrm>
          <a:custGeom>
            <a:avLst/>
            <a:gdLst/>
            <a:ahLst/>
            <a:cxnLst/>
            <a:rect l="l" t="t" r="r" b="b"/>
            <a:pathLst>
              <a:path w="62191171" h="49162229">
                <a:moveTo>
                  <a:pt x="0" y="0"/>
                </a:moveTo>
                <a:lnTo>
                  <a:pt x="62191171" y="0"/>
                </a:lnTo>
                <a:lnTo>
                  <a:pt x="62191171" y="49162229"/>
                </a:lnTo>
                <a:lnTo>
                  <a:pt x="0" y="4916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b="-2650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87673" y="3478299"/>
            <a:ext cx="14562454" cy="14562454"/>
          </a:xfrm>
          <a:custGeom>
            <a:avLst/>
            <a:gdLst/>
            <a:ahLst/>
            <a:cxnLst/>
            <a:rect l="l" t="t" r="r" b="b"/>
            <a:pathLst>
              <a:path w="14562454" h="14562454">
                <a:moveTo>
                  <a:pt x="0" y="0"/>
                </a:moveTo>
                <a:lnTo>
                  <a:pt x="14562454" y="0"/>
                </a:lnTo>
                <a:lnTo>
                  <a:pt x="14562454" y="14562454"/>
                </a:lnTo>
                <a:lnTo>
                  <a:pt x="0" y="14562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12608" y="-17631790"/>
            <a:ext cx="62191171" cy="49162229"/>
          </a:xfrm>
          <a:custGeom>
            <a:avLst/>
            <a:gdLst/>
            <a:ahLst/>
            <a:cxnLst/>
            <a:rect l="l" t="t" r="r" b="b"/>
            <a:pathLst>
              <a:path w="62191171" h="49162229">
                <a:moveTo>
                  <a:pt x="0" y="0"/>
                </a:moveTo>
                <a:lnTo>
                  <a:pt x="62191171" y="0"/>
                </a:lnTo>
                <a:lnTo>
                  <a:pt x="62191171" y="49162230"/>
                </a:lnTo>
                <a:lnTo>
                  <a:pt x="0" y="49162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b="-2650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29603" y="3444265"/>
            <a:ext cx="6435090" cy="14580820"/>
            <a:chOff x="0" y="0"/>
            <a:chExt cx="812800" cy="18416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841667"/>
            </a:xfrm>
            <a:custGeom>
              <a:avLst/>
              <a:gdLst/>
              <a:ahLst/>
              <a:cxnLst/>
              <a:rect l="l" t="t" r="r" b="b"/>
              <a:pathLst>
                <a:path w="812800" h="1841667">
                  <a:moveTo>
                    <a:pt x="73388" y="0"/>
                  </a:moveTo>
                  <a:lnTo>
                    <a:pt x="739412" y="0"/>
                  </a:lnTo>
                  <a:cubicBezTo>
                    <a:pt x="779943" y="0"/>
                    <a:pt x="812800" y="32857"/>
                    <a:pt x="812800" y="73388"/>
                  </a:cubicBezTo>
                  <a:lnTo>
                    <a:pt x="812800" y="1768279"/>
                  </a:lnTo>
                  <a:cubicBezTo>
                    <a:pt x="812800" y="1787742"/>
                    <a:pt x="805068" y="1806409"/>
                    <a:pt x="791305" y="1820172"/>
                  </a:cubicBezTo>
                  <a:cubicBezTo>
                    <a:pt x="777542" y="1833935"/>
                    <a:pt x="758876" y="1841667"/>
                    <a:pt x="739412" y="1841667"/>
                  </a:cubicBezTo>
                  <a:lnTo>
                    <a:pt x="73388" y="1841667"/>
                  </a:lnTo>
                  <a:cubicBezTo>
                    <a:pt x="32857" y="1841667"/>
                    <a:pt x="0" y="1808810"/>
                    <a:pt x="0" y="1768279"/>
                  </a:cubicBezTo>
                  <a:lnTo>
                    <a:pt x="0" y="73388"/>
                  </a:lnTo>
                  <a:cubicBezTo>
                    <a:pt x="0" y="32857"/>
                    <a:pt x="32857" y="0"/>
                    <a:pt x="73388" y="0"/>
                  </a:cubicBezTo>
                  <a:close/>
                </a:path>
              </a:pathLst>
            </a:custGeom>
            <a:solidFill>
              <a:srgbClr val="1EABCD">
                <a:alpha val="3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12800" cy="1917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982003" y="3434740"/>
            <a:ext cx="6435090" cy="14580820"/>
            <a:chOff x="0" y="0"/>
            <a:chExt cx="812800" cy="18416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841667"/>
            </a:xfrm>
            <a:custGeom>
              <a:avLst/>
              <a:gdLst/>
              <a:ahLst/>
              <a:cxnLst/>
              <a:rect l="l" t="t" r="r" b="b"/>
              <a:pathLst>
                <a:path w="812800" h="1841667">
                  <a:moveTo>
                    <a:pt x="73388" y="0"/>
                  </a:moveTo>
                  <a:lnTo>
                    <a:pt x="739412" y="0"/>
                  </a:lnTo>
                  <a:cubicBezTo>
                    <a:pt x="779943" y="0"/>
                    <a:pt x="812800" y="32857"/>
                    <a:pt x="812800" y="73388"/>
                  </a:cubicBezTo>
                  <a:lnTo>
                    <a:pt x="812800" y="1768279"/>
                  </a:lnTo>
                  <a:cubicBezTo>
                    <a:pt x="812800" y="1787742"/>
                    <a:pt x="805068" y="1806409"/>
                    <a:pt x="791305" y="1820172"/>
                  </a:cubicBezTo>
                  <a:cubicBezTo>
                    <a:pt x="777542" y="1833935"/>
                    <a:pt x="758876" y="1841667"/>
                    <a:pt x="739412" y="1841667"/>
                  </a:cubicBezTo>
                  <a:lnTo>
                    <a:pt x="73388" y="1841667"/>
                  </a:lnTo>
                  <a:cubicBezTo>
                    <a:pt x="32857" y="1841667"/>
                    <a:pt x="0" y="1808810"/>
                    <a:pt x="0" y="1768279"/>
                  </a:cubicBezTo>
                  <a:lnTo>
                    <a:pt x="0" y="73388"/>
                  </a:lnTo>
                  <a:cubicBezTo>
                    <a:pt x="0" y="32857"/>
                    <a:pt x="32857" y="0"/>
                    <a:pt x="73388" y="0"/>
                  </a:cubicBezTo>
                  <a:close/>
                </a:path>
              </a:pathLst>
            </a:custGeom>
            <a:solidFill>
              <a:srgbClr val="1EABC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812800" cy="1917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536303" y="9445709"/>
            <a:ext cx="1223655" cy="1151765"/>
          </a:xfrm>
          <a:custGeom>
            <a:avLst/>
            <a:gdLst/>
            <a:ahLst/>
            <a:cxnLst/>
            <a:rect l="l" t="t" r="r" b="b"/>
            <a:pathLst>
              <a:path w="1223655" h="1151765">
                <a:moveTo>
                  <a:pt x="0" y="0"/>
                </a:moveTo>
                <a:lnTo>
                  <a:pt x="1223655" y="0"/>
                </a:lnTo>
                <a:lnTo>
                  <a:pt x="1223655" y="1151765"/>
                </a:lnTo>
                <a:lnTo>
                  <a:pt x="0" y="115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72248" y="11807269"/>
            <a:ext cx="1151765" cy="738569"/>
          </a:xfrm>
          <a:custGeom>
            <a:avLst/>
            <a:gdLst/>
            <a:ahLst/>
            <a:cxnLst/>
            <a:rect l="l" t="t" r="r" b="b"/>
            <a:pathLst>
              <a:path w="1151765" h="738569">
                <a:moveTo>
                  <a:pt x="0" y="0"/>
                </a:moveTo>
                <a:lnTo>
                  <a:pt x="1151765" y="0"/>
                </a:lnTo>
                <a:lnTo>
                  <a:pt x="1151765" y="738570"/>
                </a:lnTo>
                <a:lnTo>
                  <a:pt x="0" y="7385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608193" y="13755514"/>
            <a:ext cx="1151765" cy="1151765"/>
          </a:xfrm>
          <a:custGeom>
            <a:avLst/>
            <a:gdLst/>
            <a:ahLst/>
            <a:cxnLst/>
            <a:rect l="l" t="t" r="r" b="b"/>
            <a:pathLst>
              <a:path w="1151765" h="1151765">
                <a:moveTo>
                  <a:pt x="0" y="0"/>
                </a:moveTo>
                <a:lnTo>
                  <a:pt x="1151765" y="0"/>
                </a:lnTo>
                <a:lnTo>
                  <a:pt x="1151765" y="1151765"/>
                </a:lnTo>
                <a:lnTo>
                  <a:pt x="0" y="11517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608193" y="16116954"/>
            <a:ext cx="1151765" cy="1151765"/>
          </a:xfrm>
          <a:custGeom>
            <a:avLst/>
            <a:gdLst/>
            <a:ahLst/>
            <a:cxnLst/>
            <a:rect l="l" t="t" r="r" b="b"/>
            <a:pathLst>
              <a:path w="1151765" h="1151765">
                <a:moveTo>
                  <a:pt x="0" y="0"/>
                </a:moveTo>
                <a:lnTo>
                  <a:pt x="1151765" y="0"/>
                </a:lnTo>
                <a:lnTo>
                  <a:pt x="1151765" y="1151765"/>
                </a:lnTo>
                <a:lnTo>
                  <a:pt x="0" y="11517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521492" y="9446941"/>
            <a:ext cx="6013408" cy="1025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51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+12 3 4567-8910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21492" y="11601903"/>
            <a:ext cx="10375578" cy="1025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51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emailexemplo@email.com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21492" y="13760855"/>
            <a:ext cx="9518608" cy="1025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51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www.siteexemplo.com.br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21492" y="16118186"/>
            <a:ext cx="6013408" cy="1025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51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+12 3 4567-8910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31018" y="3929264"/>
            <a:ext cx="13947482" cy="1807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39"/>
              </a:lnSpc>
            </a:pPr>
            <a:r>
              <a:rPr lang="en-US" sz="10599" b="1" spc="-169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NOME </a:t>
            </a:r>
            <a:r>
              <a:rPr lang="en-US" sz="10599" b="1" spc="-169" dirty="0">
                <a:solidFill>
                  <a:srgbClr val="1EAB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 EXEMPLO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36303" y="5888874"/>
            <a:ext cx="12360767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113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CEO DA EMPRESA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853435" y="-13821589"/>
            <a:ext cx="62191171" cy="49162229"/>
          </a:xfrm>
          <a:custGeom>
            <a:avLst/>
            <a:gdLst/>
            <a:ahLst/>
            <a:cxnLst/>
            <a:rect l="l" t="t" r="r" b="b"/>
            <a:pathLst>
              <a:path w="62191171" h="49162229">
                <a:moveTo>
                  <a:pt x="0" y="0"/>
                </a:moveTo>
                <a:lnTo>
                  <a:pt x="62191171" y="0"/>
                </a:lnTo>
                <a:lnTo>
                  <a:pt x="62191171" y="49162229"/>
                </a:lnTo>
                <a:lnTo>
                  <a:pt x="0" y="4916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b="-2650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87673" y="3443923"/>
            <a:ext cx="14562454" cy="14562454"/>
          </a:xfrm>
          <a:custGeom>
            <a:avLst/>
            <a:gdLst/>
            <a:ahLst/>
            <a:cxnLst/>
            <a:rect l="l" t="t" r="r" b="b"/>
            <a:pathLst>
              <a:path w="14562454" h="14562454">
                <a:moveTo>
                  <a:pt x="0" y="0"/>
                </a:moveTo>
                <a:lnTo>
                  <a:pt x="14562454" y="0"/>
                </a:lnTo>
                <a:lnTo>
                  <a:pt x="14562454" y="14562454"/>
                </a:lnTo>
                <a:lnTo>
                  <a:pt x="0" y="14562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12608" y="-17631790"/>
            <a:ext cx="62191171" cy="49162229"/>
          </a:xfrm>
          <a:custGeom>
            <a:avLst/>
            <a:gdLst/>
            <a:ahLst/>
            <a:cxnLst/>
            <a:rect l="l" t="t" r="r" b="b"/>
            <a:pathLst>
              <a:path w="62191171" h="49162229">
                <a:moveTo>
                  <a:pt x="0" y="0"/>
                </a:moveTo>
                <a:lnTo>
                  <a:pt x="62191171" y="0"/>
                </a:lnTo>
                <a:lnTo>
                  <a:pt x="62191171" y="49162230"/>
                </a:lnTo>
                <a:lnTo>
                  <a:pt x="0" y="49162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b="-2650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29603" y="3444265"/>
            <a:ext cx="6435090" cy="14580820"/>
            <a:chOff x="0" y="0"/>
            <a:chExt cx="812800" cy="18416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841667"/>
            </a:xfrm>
            <a:custGeom>
              <a:avLst/>
              <a:gdLst/>
              <a:ahLst/>
              <a:cxnLst/>
              <a:rect l="l" t="t" r="r" b="b"/>
              <a:pathLst>
                <a:path w="812800" h="1841667">
                  <a:moveTo>
                    <a:pt x="73388" y="0"/>
                  </a:moveTo>
                  <a:lnTo>
                    <a:pt x="739412" y="0"/>
                  </a:lnTo>
                  <a:cubicBezTo>
                    <a:pt x="779943" y="0"/>
                    <a:pt x="812800" y="32857"/>
                    <a:pt x="812800" y="73388"/>
                  </a:cubicBezTo>
                  <a:lnTo>
                    <a:pt x="812800" y="1768279"/>
                  </a:lnTo>
                  <a:cubicBezTo>
                    <a:pt x="812800" y="1787742"/>
                    <a:pt x="805068" y="1806409"/>
                    <a:pt x="791305" y="1820172"/>
                  </a:cubicBezTo>
                  <a:cubicBezTo>
                    <a:pt x="777542" y="1833935"/>
                    <a:pt x="758876" y="1841667"/>
                    <a:pt x="739412" y="1841667"/>
                  </a:cubicBezTo>
                  <a:lnTo>
                    <a:pt x="73388" y="1841667"/>
                  </a:lnTo>
                  <a:cubicBezTo>
                    <a:pt x="32857" y="1841667"/>
                    <a:pt x="0" y="1808810"/>
                    <a:pt x="0" y="1768279"/>
                  </a:cubicBezTo>
                  <a:lnTo>
                    <a:pt x="0" y="73388"/>
                  </a:lnTo>
                  <a:cubicBezTo>
                    <a:pt x="0" y="32857"/>
                    <a:pt x="32857" y="0"/>
                    <a:pt x="73388" y="0"/>
                  </a:cubicBezTo>
                  <a:close/>
                </a:path>
              </a:pathLst>
            </a:custGeom>
            <a:solidFill>
              <a:srgbClr val="030C28">
                <a:alpha val="3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12800" cy="1917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982003" y="3434740"/>
            <a:ext cx="6435090" cy="14580820"/>
            <a:chOff x="0" y="0"/>
            <a:chExt cx="812800" cy="18416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841667"/>
            </a:xfrm>
            <a:custGeom>
              <a:avLst/>
              <a:gdLst/>
              <a:ahLst/>
              <a:cxnLst/>
              <a:rect l="l" t="t" r="r" b="b"/>
              <a:pathLst>
                <a:path w="812800" h="1841667">
                  <a:moveTo>
                    <a:pt x="73388" y="0"/>
                  </a:moveTo>
                  <a:lnTo>
                    <a:pt x="739412" y="0"/>
                  </a:lnTo>
                  <a:cubicBezTo>
                    <a:pt x="779943" y="0"/>
                    <a:pt x="812800" y="32857"/>
                    <a:pt x="812800" y="73388"/>
                  </a:cubicBezTo>
                  <a:lnTo>
                    <a:pt x="812800" y="1768279"/>
                  </a:lnTo>
                  <a:cubicBezTo>
                    <a:pt x="812800" y="1787742"/>
                    <a:pt x="805068" y="1806409"/>
                    <a:pt x="791305" y="1820172"/>
                  </a:cubicBezTo>
                  <a:cubicBezTo>
                    <a:pt x="777542" y="1833935"/>
                    <a:pt x="758876" y="1841667"/>
                    <a:pt x="739412" y="1841667"/>
                  </a:cubicBezTo>
                  <a:lnTo>
                    <a:pt x="73388" y="1841667"/>
                  </a:lnTo>
                  <a:cubicBezTo>
                    <a:pt x="32857" y="1841667"/>
                    <a:pt x="0" y="1808810"/>
                    <a:pt x="0" y="1768279"/>
                  </a:cubicBezTo>
                  <a:lnTo>
                    <a:pt x="0" y="73388"/>
                  </a:lnTo>
                  <a:cubicBezTo>
                    <a:pt x="0" y="32857"/>
                    <a:pt x="32857" y="0"/>
                    <a:pt x="73388" y="0"/>
                  </a:cubicBezTo>
                  <a:close/>
                </a:path>
              </a:pathLst>
            </a:custGeom>
            <a:solidFill>
              <a:srgbClr val="030C2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812800" cy="1917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536303" y="9445709"/>
            <a:ext cx="1223655" cy="1151765"/>
          </a:xfrm>
          <a:custGeom>
            <a:avLst/>
            <a:gdLst/>
            <a:ahLst/>
            <a:cxnLst/>
            <a:rect l="l" t="t" r="r" b="b"/>
            <a:pathLst>
              <a:path w="1223655" h="1151765">
                <a:moveTo>
                  <a:pt x="0" y="0"/>
                </a:moveTo>
                <a:lnTo>
                  <a:pt x="1223655" y="0"/>
                </a:lnTo>
                <a:lnTo>
                  <a:pt x="1223655" y="1151765"/>
                </a:lnTo>
                <a:lnTo>
                  <a:pt x="0" y="115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72248" y="11807269"/>
            <a:ext cx="1151765" cy="738569"/>
          </a:xfrm>
          <a:custGeom>
            <a:avLst/>
            <a:gdLst/>
            <a:ahLst/>
            <a:cxnLst/>
            <a:rect l="l" t="t" r="r" b="b"/>
            <a:pathLst>
              <a:path w="1151765" h="738569">
                <a:moveTo>
                  <a:pt x="0" y="0"/>
                </a:moveTo>
                <a:lnTo>
                  <a:pt x="1151765" y="0"/>
                </a:lnTo>
                <a:lnTo>
                  <a:pt x="1151765" y="738570"/>
                </a:lnTo>
                <a:lnTo>
                  <a:pt x="0" y="7385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608193" y="13755514"/>
            <a:ext cx="1151765" cy="1151765"/>
          </a:xfrm>
          <a:custGeom>
            <a:avLst/>
            <a:gdLst/>
            <a:ahLst/>
            <a:cxnLst/>
            <a:rect l="l" t="t" r="r" b="b"/>
            <a:pathLst>
              <a:path w="1151765" h="1151765">
                <a:moveTo>
                  <a:pt x="0" y="0"/>
                </a:moveTo>
                <a:lnTo>
                  <a:pt x="1151765" y="0"/>
                </a:lnTo>
                <a:lnTo>
                  <a:pt x="1151765" y="1151765"/>
                </a:lnTo>
                <a:lnTo>
                  <a:pt x="0" y="11517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608193" y="16116954"/>
            <a:ext cx="1151765" cy="1151765"/>
          </a:xfrm>
          <a:custGeom>
            <a:avLst/>
            <a:gdLst/>
            <a:ahLst/>
            <a:cxnLst/>
            <a:rect l="l" t="t" r="r" b="b"/>
            <a:pathLst>
              <a:path w="1151765" h="1151765">
                <a:moveTo>
                  <a:pt x="0" y="0"/>
                </a:moveTo>
                <a:lnTo>
                  <a:pt x="1151765" y="0"/>
                </a:lnTo>
                <a:lnTo>
                  <a:pt x="1151765" y="1151765"/>
                </a:lnTo>
                <a:lnTo>
                  <a:pt x="0" y="11517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521492" y="9446941"/>
            <a:ext cx="5937208" cy="986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51" dirty="0">
                <a:solidFill>
                  <a:srgbClr val="181A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+12 3 4567-8910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21492" y="11601903"/>
            <a:ext cx="10375578" cy="1025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51" dirty="0">
                <a:solidFill>
                  <a:srgbClr val="181A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emailexemplo@email.com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21492" y="13760855"/>
            <a:ext cx="9518608" cy="1025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51" dirty="0">
                <a:solidFill>
                  <a:srgbClr val="181A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www.siteexemplo.com.br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21492" y="16118186"/>
            <a:ext cx="5937208" cy="1025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51" dirty="0">
                <a:solidFill>
                  <a:srgbClr val="181A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+12 3 4567-8910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31018" y="3929264"/>
            <a:ext cx="13871282" cy="1807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39"/>
              </a:lnSpc>
            </a:pPr>
            <a:r>
              <a:rPr lang="en-US" sz="10599" b="1" spc="-169" dirty="0">
                <a:solidFill>
                  <a:srgbClr val="181A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NOME </a:t>
            </a:r>
            <a:r>
              <a:rPr lang="en-US" sz="10599" b="1" spc="-169" dirty="0">
                <a:solidFill>
                  <a:srgbClr val="1EABC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 EXEMPLO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36303" y="5888874"/>
            <a:ext cx="12360767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1136">
                <a:solidFill>
                  <a:srgbClr val="181A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CEO DA EMPRESA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</Words>
  <Application>Microsoft Office PowerPoint</Application>
  <PresentationFormat>Custom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Montserrat Medium</vt:lpstr>
      <vt:lpstr>Montserrat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Cartão de Visita [FIELD]</dc:title>
  <cp:lastModifiedBy>Cael César</cp:lastModifiedBy>
  <cp:revision>2</cp:revision>
  <dcterms:created xsi:type="dcterms:W3CDTF">2006-08-16T00:00:00Z</dcterms:created>
  <dcterms:modified xsi:type="dcterms:W3CDTF">2026-01-28T03:03:56Z</dcterms:modified>
  <dc:identifier>DAG_pQTSN9c</dc:identifier>
</cp:coreProperties>
</file>